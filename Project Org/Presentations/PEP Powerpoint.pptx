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952FA-6EBF-4F00-9EF7-BF5D936549ED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83A45-47E4-4570-9084-A139E3DAF6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072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83A45-47E4-4570-9084-A139E3DAF6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185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2533-4FC0-9CC0-1313-015BA78BF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FAE1B5-1E8A-15E6-C4C6-4268DD934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9E850-EAFD-EE0C-0E57-88800B6B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C702E-31C8-900A-E39A-CF03C05D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CEB0C-5252-DC5C-828F-216BCEC8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36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EB51-5FA6-35B5-EE92-92796B3A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C77CA-A2F1-206F-45B8-057CBFBB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4EE9B-8950-5AFA-1DA1-2DFDE85B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42642-A142-E945-0A02-023F0C50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67AEB-4319-9FD4-AFF3-56B25566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3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0FA0-BA26-C7DF-7D93-E3784F1B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312C3-16F3-BF2C-5BD4-563775D79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A352-6D52-CD25-B767-76CADC5A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1A244-5F08-89D6-51AB-FAEFC6AF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9695C-E93E-7D0A-6A2C-9513D5C4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784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232E-F69A-9BDC-92D0-9DF18335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8E5F4-4B24-6324-4618-DCD850283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A5949-22F1-23B7-1182-7FD1D47A6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C9263-28C8-16ED-31AA-5FDAA741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13A03-2823-DC9B-7C19-B1305A58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F05FF-222F-3BE4-D92B-D9A0746C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48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6710-4BB9-61AE-B6AF-D0AAFCCD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E4A66-4F3E-CEFB-4561-4B7189EBD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F02A9-9F09-836E-98DB-0FD095E7C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6E811-496A-1DA9-C7A9-127AF4D9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0B920-13FA-F0F1-D096-A0391C1CF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22F-8B12-72DB-0C4C-91A87900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43E84-15D7-14B0-638B-9B3FF8B0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42171F-1697-ABD9-6F36-84E9E2E6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23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E0077-1644-0DCD-5AA3-57881BF5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2386C-228D-FFEB-36B3-FE57DDED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C8948-37FF-D1D2-8730-9F529A71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1DA15-5E94-163D-52B7-F5FBF612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53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DD28A-F313-5299-0C79-40D034531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532EF-3680-0776-DF5F-630A23F1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0B13-C3DA-141A-1C16-FA2EA685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662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4FED-2169-C7BC-9C63-DA94D159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C756D-6E69-7F0F-B12F-4CD8F9B39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15077-2515-E47D-F8D2-24A826800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2037B-B69F-6698-BA00-69D84C73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63B7D-2C13-D880-4C8F-536BCF79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9F986-A927-9F37-5492-3C0FC600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40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5FCB3-E65E-45D1-8540-38294313D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00118-630A-6DB9-2183-9FFD45F1A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01CAA-87BB-711C-8420-7C29F5707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54989-1AF5-6B6E-E23B-791659FD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B1FCB-83BE-35A0-4E9D-EA51184D7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A81C8-67B5-0DEA-AAC5-05D06039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087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22DC-BD0A-0D95-E3E7-A162DCD8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C3627-CFDB-0142-FF51-C78007887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9449-1FD9-CBD1-F248-963F455C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4D72A-9975-4394-2843-DFD8F50E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006C1-0CD6-4A3B-7ADC-1EE7FBE8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547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2F916-B987-CEC6-29D5-E6C5AFB92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0C0BB-0364-BE19-1C27-DEA1695E0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5A1C6-7964-98C8-86F7-56D90B2C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F202D-46FE-AF29-5288-21A9C0B0F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79863-53B1-B0AE-6290-7C8DF6C1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92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A25F2-5566-7F7A-C7E1-35B2A873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1F9D1-63F2-5A69-40EF-856FE63F3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DD657-BCE2-BE8F-6925-652C8CC07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95437-12E5-44B3-A89A-BA0604C3E6E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32AEC-CC76-CB00-B2A8-D13D0129C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E977A-83F5-B7BF-B216-FF49DD0D4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4A5DD-BA2C-4699-B50B-7DF28C22A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21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EAD6-521F-3C30-8824-612EE10BC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PEP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FAD0A-0D4B-51BC-88B0-2A0204327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70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7027-3558-9FC9-1889-F641D88B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7E114-77C4-FB4E-2A0D-48270A48C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Nate</a:t>
            </a:r>
          </a:p>
          <a:p>
            <a:endParaRPr lang="en-GB" dirty="0"/>
          </a:p>
          <a:p>
            <a:r>
              <a:rPr lang="en-GB" dirty="0"/>
              <a:t>Calvin</a:t>
            </a:r>
          </a:p>
        </p:txBody>
      </p:sp>
    </p:spTree>
    <p:extLst>
      <p:ext uri="{BB962C8B-B14F-4D97-AF65-F5344CB8AC3E}">
        <p14:creationId xmlns:p14="http://schemas.microsoft.com/office/powerpoint/2010/main" val="230157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4B82-E28F-8269-8704-617ECA34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B7C21-8D3F-5A94-CD7B-AAAB0AF74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8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B022-3D59-D41B-1337-B14CAEFA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D6FE-3FA5-0D4E-FC11-CAB14A29F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Incorporate into R2S, give undergrads experience with EP before they graduate</a:t>
            </a:r>
          </a:p>
        </p:txBody>
      </p:sp>
    </p:spTree>
    <p:extLst>
      <p:ext uri="{BB962C8B-B14F-4D97-AF65-F5344CB8AC3E}">
        <p14:creationId xmlns:p14="http://schemas.microsoft.com/office/powerpoint/2010/main" val="161638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828A-7FB4-14A6-C252-E113BEC52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7F01-662D-CF5B-BC18-5A2DDEA2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Timeline, team organisation, funding</a:t>
            </a:r>
          </a:p>
          <a:p>
            <a:endParaRPr lang="en-GB" dirty="0"/>
          </a:p>
          <a:p>
            <a:r>
              <a:rPr lang="en-GB" dirty="0"/>
              <a:t>Joint venture between EARS &amp; Peryton</a:t>
            </a:r>
          </a:p>
        </p:txBody>
      </p:sp>
    </p:spTree>
    <p:extLst>
      <p:ext uri="{BB962C8B-B14F-4D97-AF65-F5344CB8AC3E}">
        <p14:creationId xmlns:p14="http://schemas.microsoft.com/office/powerpoint/2010/main" val="2531286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32</Words>
  <Application>Microsoft Office PowerPoint</Application>
  <PresentationFormat>Widescreen</PresentationFormat>
  <Paragraphs>13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PEP</vt:lpstr>
      <vt:lpstr>Who</vt:lpstr>
      <vt:lpstr>What</vt:lpstr>
      <vt:lpstr>Why</vt:lpstr>
      <vt:lpstr>How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Freeman, Nate (UG - Comp Sci &amp; Elec Eng)</dc:creator>
  <cp:lastModifiedBy>Freeman, Nate (UG - Comp Sci &amp; Elec Eng)</cp:lastModifiedBy>
  <cp:revision>1</cp:revision>
  <dcterms:created xsi:type="dcterms:W3CDTF">2025-11-09T14:29:19Z</dcterms:created>
  <dcterms:modified xsi:type="dcterms:W3CDTF">2025-11-10T10:28:51Z</dcterms:modified>
</cp:coreProperties>
</file>